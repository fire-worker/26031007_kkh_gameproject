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E38BD-402B-4183-8E9F-4D980BCAB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9F2DDD-A2D0-4D9B-87F9-EE84FF8C0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369B97-ED84-44FA-951F-919C893A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6A60-E39C-4222-9826-8429BB0B93C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1A8473-1E5E-46FA-85BC-110FD0473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758A5F-DAA4-49C0-9FB8-5E4083BB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12B-3A71-434D-979F-9ED83343D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616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9FA6BB-E681-46DB-BC32-18FA46EF2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91A97E-3B14-42F3-B3DE-A978F541A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CAA0C4-5104-486F-AE80-CF41DCE43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6A60-E39C-4222-9826-8429BB0B93C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9457ED-B3BC-414C-81CD-E80D4D61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2AB85D-F413-4B44-A3D2-6F734697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12B-3A71-434D-979F-9ED83343D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381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A2640-4071-4272-BF87-3229B2191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A7C5D6-B48F-4E6C-8970-5CBEEB30C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59D724-ECEF-4549-8E5C-CCE66ABD2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6A60-E39C-4222-9826-8429BB0B93C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B9D184-39DF-4369-9F3D-D078A8A3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E445AF-329B-446B-B4CB-9AE48124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12B-3A71-434D-979F-9ED83343D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790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249B11-B521-4CC9-8E8E-83A60823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30C154-4935-4CDB-9F5D-2C982EB48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7A02FD-658C-4B2E-9CEC-888987A73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7C5154-CBB2-4DC3-8788-095FFD714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6A60-E39C-4222-9826-8429BB0B93C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EC7C7B-306B-49AF-9F82-E97BD668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2FB752-5D63-4485-B284-98B499276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12B-3A71-434D-979F-9ED83343D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981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FBAC6-7583-4C64-B071-CDB498032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B39686-478B-4A5B-A346-437F0397C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3CC8DE-4B00-41E9-AA63-B0079BEF2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516B2E-B879-4C06-A4BA-393224426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6394E9C-2718-4E1C-B3EB-2A1201A2A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EB1F6B-E02A-4095-9EEF-3D308508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6A60-E39C-4222-9826-8429BB0B93C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4FA430-286B-4DF2-86FF-9628CEF4F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9CCE0FE-24E4-45DB-B9A3-639F8FCE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12B-3A71-434D-979F-9ED83343D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49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8D7DF0-A762-48A4-A391-63EF32A3E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1FBDA6-187A-4722-90B3-AF1AB9BD9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6A60-E39C-4222-9826-8429BB0B93C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1FA585-A682-4BF5-BED0-7B304CD8C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B32D6C-F94C-4919-8FD2-177A010FF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12B-3A71-434D-979F-9ED83343D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36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9814329-8971-448A-9513-D2A9EE3B7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6A60-E39C-4222-9826-8429BB0B93C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83E0B8-3958-4E0A-98E4-2B4D3277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0BE811-C571-466F-94E2-C9F328FB7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12B-3A71-434D-979F-9ED83343D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48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74182-9FF9-46C9-AE98-0B0AAC5D1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F1DD56-0BD5-4B54-B6AE-8663DCEC3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26484A-FF56-4C9C-B78E-38220C77E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7A784F-C86D-42C7-936C-6E52BAD5D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6A60-E39C-4222-9826-8429BB0B93C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D2BEC1-70B6-45F8-A0B5-84978A111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5C0CCE-A676-4C0C-9E3B-E7DF9874C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12B-3A71-434D-979F-9ED83343D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63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F0AFA7-DCA1-4773-B6BD-E0A07434A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EC8EB8F-FBC0-4B3C-ADC4-F8C370222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89D769-3878-4EFE-A264-AAB5B4753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3B89DA-8BC1-4AF6-B06B-5F09EBF26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6A60-E39C-4222-9826-8429BB0B93C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779E95-4C25-4AA1-A2B7-5F683231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7CF8CF-66D7-44F9-B5B6-9B64E7C81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12B-3A71-434D-979F-9ED83343D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353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F2E23-EFC7-47D4-B3AB-C0F94753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5073DF-1992-475C-B346-CFEE53C96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ADF2A5-1454-439E-ACFB-9D528FDD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6A60-E39C-4222-9826-8429BB0B93C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0C7594-A129-4C10-941C-23AAF1C63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024C35-D988-4D15-83A1-82B2B52C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12B-3A71-434D-979F-9ED83343D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562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ACAD18-1CA6-4F42-A925-D0FB92834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E2693F-9FE7-4088-A3E5-A1EADCA8F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5A7D2D-2D8F-4184-B8CC-0BAFF0730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6A60-E39C-4222-9826-8429BB0B93C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509B3D-583C-4A22-8FB8-D3C204E5F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FDA33-D587-4297-8B13-36ED88BF5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12B-3A71-434D-979F-9ED83343D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03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F2B636-DE0C-49F7-87BF-C6CD29D2C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B6C8CE-9F4B-46F0-BC86-256076E49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FA55C1-DF58-40AA-A1C7-9E92F0CA2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56A60-E39C-4222-9826-8429BB0B93C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43CFB8-9BEA-4C0C-A5AA-838B32444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1D205-14C0-4DFB-AA00-4FE89A183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0C12B-3A71-434D-979F-9ED83343D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5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1337B-9E07-457E-9211-5B17620204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GameProject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6789FA-6F82-4A85-BD37-8F95B94468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46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GameProject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GameProject</dc:title>
  <dc:creator>KOREAIT</dc:creator>
  <cp:lastModifiedBy>KOREAIT</cp:lastModifiedBy>
  <cp:revision>1</cp:revision>
  <dcterms:created xsi:type="dcterms:W3CDTF">2026-08-26T03:28:06Z</dcterms:created>
  <dcterms:modified xsi:type="dcterms:W3CDTF">2026-08-26T03:28:18Z</dcterms:modified>
</cp:coreProperties>
</file>